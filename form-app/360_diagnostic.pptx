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 360 diagnostic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423160" y="2514600"/>
            <a:ext cx="914400" cy="914400"/>
          </a:xfrm>
          <a:prstGeom prst="ellipse">
            <a:avLst/>
          </a:prstGeom>
          <a:solidFill>
            <a:srgbClr val="8FB7E5"/>
          </a:solidFill>
          <a:ln w="12700">
            <a:solidFill>
              <a:srgbClr val="8FB7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231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31720" y="109728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0" cy="32004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24231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2971800"/>
            <a:ext cx="594360" cy="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31920" y="24231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971800"/>
            <a:ext cx="594360" cy="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triangl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1440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3794760"/>
            <a:ext cx="457200" cy="-36576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3172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0360" y="3794760"/>
            <a:ext cx="0" cy="-36576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4904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3794760"/>
            <a:ext cx="-411480" cy="-36576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669280" y="1554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360 diagnostic is a powerful development tool. It brings together feedback from your manager, peers, direct reports and other stakeholders to show how consistently your leadership behaviors are experienced in practice.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2743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perspective tells the full story. The value of a 360 is that it gives you a broader view of your leadership impact: what others see clearly, what may be less visible, and where your own view may differ from the experience of those around you.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41148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micro-behaviors covered in this report reflect observable leadership behaviors relevant to your organization's context. This means the feedback is focused on what people see you do day to day — not on personality, intent or potential. The report is intended to support reflection, coaching and practical development planning.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360 Feedback</dc:subject>
  <dc:creator>ChatGPT</dc:creator>
  <cp:lastModifiedBy>ChatGPT</cp:lastModifiedBy>
  <cp:revision>1</cp:revision>
  <dcterms:created xsi:type="dcterms:W3CDTF">2026-05-25T09:23:03Z</dcterms:created>
  <dcterms:modified xsi:type="dcterms:W3CDTF">2026-05-25T09:23:03Z</dcterms:modified>
</cp:coreProperties>
</file>