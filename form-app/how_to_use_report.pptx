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 360 diagnostic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423160" y="2514600"/>
            <a:ext cx="914400" cy="914400"/>
          </a:xfrm>
          <a:prstGeom prst="ellipse">
            <a:avLst/>
          </a:prstGeom>
          <a:solidFill>
            <a:srgbClr val="8FB7E5"/>
          </a:solidFill>
          <a:ln w="12700">
            <a:solidFill>
              <a:srgbClr val="8FB7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2316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331720" y="1097280"/>
            <a:ext cx="1097280" cy="109728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31720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80360" y="2194560"/>
            <a:ext cx="0" cy="320040"/>
          </a:xfrm>
          <a:prstGeom prst="line">
            <a:avLst/>
          </a:prstGeom>
          <a:noFill/>
          <a:ln w="12700">
            <a:solidFill>
              <a:srgbClr val="2D8C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31520" y="2423160"/>
            <a:ext cx="1097280" cy="109728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231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0" y="2971800"/>
            <a:ext cx="594360" cy="0"/>
          </a:xfrm>
          <a:prstGeom prst="line">
            <a:avLst/>
          </a:prstGeom>
          <a:noFill/>
          <a:ln w="12700">
            <a:solidFill>
              <a:srgbClr val="2D8C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931920" y="2423160"/>
            <a:ext cx="1097280" cy="109728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24231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7560" y="2971800"/>
            <a:ext cx="594360" cy="0"/>
          </a:xfrm>
          <a:prstGeom prst="line">
            <a:avLst/>
          </a:prstGeom>
          <a:noFill/>
          <a:ln w="12700">
            <a:solidFill>
              <a:srgbClr val="2D8CFF"/>
            </a:solidFill>
            <a:prstDash val="solid"/>
            <a:headEnd type="triangl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14400" y="3794760"/>
            <a:ext cx="1097280" cy="109728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794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965960" y="3794760"/>
            <a:ext cx="530352" cy="-530352"/>
          </a:xfrm>
          <a:prstGeom prst="line">
            <a:avLst/>
          </a:prstGeom>
          <a:noFill/>
          <a:ln w="12700">
            <a:solidFill>
              <a:srgbClr val="2D8C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331720" y="3794760"/>
            <a:ext cx="1097280" cy="109728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1720" y="3794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80360" y="3794760"/>
            <a:ext cx="0" cy="-384048"/>
          </a:xfrm>
          <a:prstGeom prst="line">
            <a:avLst/>
          </a:prstGeom>
          <a:noFill/>
          <a:ln w="12700">
            <a:solidFill>
              <a:srgbClr val="2D8CF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49040" y="3794760"/>
            <a:ext cx="1097280" cy="109728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3794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79392" y="3794760"/>
            <a:ext cx="-530352" cy="-530352"/>
          </a:xfrm>
          <a:prstGeom prst="line">
            <a:avLst/>
          </a:prstGeom>
          <a:noFill/>
          <a:ln w="12700">
            <a:solidFill>
              <a:srgbClr val="2D8CFF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669280" y="15544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360 diagnostic is a powerful development tool. It brings together feedback from your manager, peers, direct reports and other stakeholders to show how consistently your leadership behaviors are experienced in practice.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69280" y="274320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single perspective tells the full story. The value of a 360 is that it gives you a broader view of your leadership impact: what others see clearly, what may be less visible, and where your own view may differ from the experience of those around you.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411480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micro-behaviors covered in this report reflect observable leadership behaviors relevant to your organization's context. This means the feedback is focused on what people see you do day to day — not on personality, intent or potential. The report is intended to support reflection, coaching and practical development planning.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this report was created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0" y="228600"/>
            <a:ext cx="2286000" cy="457200"/>
          </a:xfrm>
          <a:prstGeom prst="rect">
            <a:avLst>
              <a:gd name="adj" fmla="val 14000"/>
            </a:avLst>
          </a:prstGeom>
          <a:solidFill>
            <a:srgbClr val="1E56DB"/>
          </a:solidFill>
          <a:ln w="12700">
            <a:solidFill>
              <a:srgbClr val="1E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228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Micro-behaviors not yet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finalized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560320" y="914400"/>
            <a:ext cx="0" cy="502920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2331720" y="2560320"/>
            <a:ext cx="228600" cy="640080"/>
          </a:xfrm>
          <a:prstGeom prst="rect">
            <a:avLst/>
          </a:prstGeom>
          <a:solidFill>
            <a:srgbClr val="1E56DB"/>
          </a:solidFill>
          <a:ln w="12700">
            <a:solidFill>
              <a:srgbClr val="1E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nominated colleagues across manager, peer, direct report and broader stakeholder groups to give a balanced view of your leadership.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Micro-Behaviors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Takes ownership of outcomes end-to-end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2608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Prioritizes highest-value work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2608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Makes timely decisions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2608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assumptions and ways of working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Adapts based on feedback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2608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continuous experiments instead of waiting for perfect solutions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2608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 external signals to guide decisions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2608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Proactively seeks feedback to improve impact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2608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Follows through on commitments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2608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Remains constructive under pressure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2608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Sets direction and priorities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66560" y="1280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Facilitates collective momentum across teams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66560" y="1554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Removes obstacles to progress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66560" y="1828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Summarizes what was said to confirm understanding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66560" y="2103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Develops others for long-term impact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66560" y="2377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 work to vision and strategy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66560" y="2651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Gives others ownership within boundaries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66560" y="2926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Creates environment for others to thrive and perform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66560" y="3200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Stops work that no longer adds value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66560" y="3474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Engages multiple perspectives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66560" y="3749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Seeks input from affected stakeholders before moving forward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66560" y="4023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Sets high standards for performance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use this report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2807208" cy="713232"/>
          </a:xfrm>
          <a:prstGeom prst="roundRect">
            <a:avLst>
              <a:gd name="adj" fmla="val 7692"/>
            </a:avLst>
          </a:prstGeom>
          <a:solidFill>
            <a:srgbClr val="2D6DB5"/>
          </a:solidFill>
          <a:ln w="12700">
            <a:solidFill>
              <a:srgbClr val="2D6D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1371600"/>
            <a:ext cx="2569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this report?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18688" y="1371600"/>
            <a:ext cx="2807208" cy="713232"/>
          </a:xfrm>
          <a:prstGeom prst="roundRect">
            <a:avLst>
              <a:gd name="adj" fmla="val 7692"/>
            </a:avLst>
          </a:prstGeom>
          <a:solidFill>
            <a:srgbClr val="2D6DB5"/>
          </a:solidFill>
          <a:ln w="12700">
            <a:solidFill>
              <a:srgbClr val="2D6D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37560" y="1371600"/>
            <a:ext cx="2569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is it calculated?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63056" y="1371600"/>
            <a:ext cx="2807208" cy="713232"/>
          </a:xfrm>
          <a:prstGeom prst="roundRect">
            <a:avLst>
              <a:gd name="adj" fmla="val 7692"/>
            </a:avLst>
          </a:prstGeom>
          <a:solidFill>
            <a:srgbClr val="2D6DB5"/>
          </a:solidFill>
          <a:ln w="12700">
            <a:solidFill>
              <a:srgbClr val="2D6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81928" y="1371600"/>
            <a:ext cx="2569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you do with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insights?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07424" y="1371600"/>
            <a:ext cx="2807208" cy="713232"/>
          </a:xfrm>
          <a:prstGeom prst="roundRect">
            <a:avLst>
              <a:gd name="adj" fmla="val 7692"/>
            </a:avLst>
          </a:prstGeom>
          <a:solidFill>
            <a:srgbClr val="2D6DB5"/>
          </a:solidFill>
          <a:ln w="12700">
            <a:solidFill>
              <a:srgbClr val="2D6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26296" y="1371600"/>
            <a:ext cx="2569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will happen with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results?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084832"/>
            <a:ext cx="2807208" cy="3566160"/>
          </a:xfrm>
          <a:prstGeom prst="roundRect">
            <a:avLst>
              <a:gd name="adj" fmla="val 1954"/>
            </a:avLst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21992"/>
            <a:ext cx="253288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report shows how your colleagues experience your leadership day to day.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based on what they see you do — not on opinions about who you are.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it to reflect, plan your development and guide coaching conversations.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18688" y="2084832"/>
            <a:ext cx="2807208" cy="3566160"/>
          </a:xfrm>
          <a:prstGeom prst="roundRect">
            <a:avLst>
              <a:gd name="adj" fmla="val 1954"/>
            </a:avLst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2221992"/>
            <a:ext cx="253288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colleagues rated how often they see each leadership behavior in practice.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every micro-behavior, we average their answers into a single percentage score based on the frequency observed.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scores are better.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63056" y="2084832"/>
            <a:ext cx="2807208" cy="3566160"/>
          </a:xfrm>
          <a:prstGeom prst="roundRect">
            <a:avLst>
              <a:gd name="adj" fmla="val 1954"/>
            </a:avLst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2221992"/>
            <a:ext cx="253288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through the report and notice the behaviors people see less often.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two or three to work 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them into a personal development plan.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07424" y="2084832"/>
            <a:ext cx="2807208" cy="3566160"/>
          </a:xfrm>
          <a:prstGeom prst="roundRect">
            <a:avLst>
              <a:gd name="adj" fmla="val 1954"/>
            </a:avLst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44584" y="2221992"/>
            <a:ext cx="253288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report is for development purposes only. It will not be used for selection, promotion, performance management or compensation decisions.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Distribution will be limited to you and your appropriate HR contact. It will not be shared with your line manager unless you choose to do so.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5742432"/>
            <a:ext cx="11640312" cy="80467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5742432"/>
            <a:ext cx="116403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Consider this report to contain insights on how you are experienced — and not a judgement on who you are.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360 Feedback</dc:subject>
  <dc:creator>ChatGPT</dc:creator>
  <cp:lastModifiedBy>ChatGPT</cp:lastModifiedBy>
  <cp:revision>1</cp:revision>
  <dcterms:created xsi:type="dcterms:W3CDTF">2026-05-25T10:18:10Z</dcterms:created>
  <dcterms:modified xsi:type="dcterms:W3CDTF">2026-05-25T10:18:10Z</dcterms:modified>
</cp:coreProperties>
</file>